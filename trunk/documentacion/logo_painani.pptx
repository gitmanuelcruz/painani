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</p:sldIdLst>
  <p:sldSz cx="9144000" cy="6858000" type="letter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73EA"/>
    <a:srgbClr val="282632"/>
    <a:srgbClr val="A22044"/>
    <a:srgbClr val="BC955B"/>
    <a:srgbClr val="B38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4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E987-6112-427F-B7F6-2F64B5065343}" type="datetimeFigureOut">
              <a:rPr lang="es-MX" smtClean="0"/>
              <a:t>08/06/2026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C6F9-E968-47F3-916B-38EE8071967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17007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E987-6112-427F-B7F6-2F64B5065343}" type="datetimeFigureOut">
              <a:rPr lang="es-MX" smtClean="0"/>
              <a:t>08/06/2026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C6F9-E968-47F3-916B-38EE8071967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9470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E987-6112-427F-B7F6-2F64B5065343}" type="datetimeFigureOut">
              <a:rPr lang="es-MX" smtClean="0"/>
              <a:t>08/06/2026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C6F9-E968-47F3-916B-38EE8071967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4548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E987-6112-427F-B7F6-2F64B5065343}" type="datetimeFigureOut">
              <a:rPr lang="es-MX" smtClean="0"/>
              <a:t>08/06/2026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C6F9-E968-47F3-916B-38EE8071967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3623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E987-6112-427F-B7F6-2F64B5065343}" type="datetimeFigureOut">
              <a:rPr lang="es-MX" smtClean="0"/>
              <a:t>08/06/2026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C6F9-E968-47F3-916B-38EE8071967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4556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E987-6112-427F-B7F6-2F64B5065343}" type="datetimeFigureOut">
              <a:rPr lang="es-MX" smtClean="0"/>
              <a:t>08/06/2026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C6F9-E968-47F3-916B-38EE8071967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956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E987-6112-427F-B7F6-2F64B5065343}" type="datetimeFigureOut">
              <a:rPr lang="es-MX" smtClean="0"/>
              <a:t>08/06/2026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C6F9-E968-47F3-916B-38EE8071967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998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E987-6112-427F-B7F6-2F64B5065343}" type="datetimeFigureOut">
              <a:rPr lang="es-MX" smtClean="0"/>
              <a:t>08/06/2026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C6F9-E968-47F3-916B-38EE8071967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8480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E987-6112-427F-B7F6-2F64B5065343}" type="datetimeFigureOut">
              <a:rPr lang="es-MX" smtClean="0"/>
              <a:t>08/06/2026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C6F9-E968-47F3-916B-38EE8071967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9720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E987-6112-427F-B7F6-2F64B5065343}" type="datetimeFigureOut">
              <a:rPr lang="es-MX" smtClean="0"/>
              <a:t>08/06/2026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C6F9-E968-47F3-916B-38EE8071967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5609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E987-6112-427F-B7F6-2F64B5065343}" type="datetimeFigureOut">
              <a:rPr lang="es-MX" smtClean="0"/>
              <a:t>08/06/2026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C6F9-E968-47F3-916B-38EE8071967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7173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EE987-6112-427F-B7F6-2F64B5065343}" type="datetimeFigureOut">
              <a:rPr lang="es-MX" smtClean="0"/>
              <a:t>08/06/2026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5C6F9-E968-47F3-916B-38EE8071967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6603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microsoft.com/office/2007/relationships/hdphoto" Target="../media/hdphoto1.wdp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microsoft.com/office/2007/relationships/hdphoto" Target="../media/hdphoto1.wdp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/>
          <p:cNvGrpSpPr/>
          <p:nvPr/>
        </p:nvGrpSpPr>
        <p:grpSpPr>
          <a:xfrm>
            <a:off x="333374" y="281119"/>
            <a:ext cx="4625917" cy="1747705"/>
            <a:chOff x="1743074" y="862145"/>
            <a:chExt cx="4517526" cy="1675192"/>
          </a:xfrm>
        </p:grpSpPr>
        <p:pic>
          <p:nvPicPr>
            <p:cNvPr id="6" name="Imagen 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450"/>
            <a:stretch/>
          </p:blipFill>
          <p:spPr>
            <a:xfrm>
              <a:off x="1743074" y="862145"/>
              <a:ext cx="1104901" cy="1675192"/>
            </a:xfrm>
            <a:prstGeom prst="rect">
              <a:avLst/>
            </a:prstGeom>
          </p:spPr>
        </p:pic>
        <p:sp>
          <p:nvSpPr>
            <p:cNvPr id="7" name="CuadroTexto 6"/>
            <p:cNvSpPr txBox="1"/>
            <p:nvPr/>
          </p:nvSpPr>
          <p:spPr>
            <a:xfrm>
              <a:off x="2780183" y="1266825"/>
              <a:ext cx="3480417" cy="9735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6000" b="1" dirty="0" smtClean="0">
                  <a:solidFill>
                    <a:srgbClr val="A2204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 U </a:t>
              </a:r>
              <a:r>
                <a:rPr lang="es-MX" sz="6000" b="1" dirty="0">
                  <a:solidFill>
                    <a:srgbClr val="A2204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s-MX" sz="6000" b="1" dirty="0" smtClean="0">
                  <a:solidFill>
                    <a:srgbClr val="A2204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MX" sz="6000" b="1" dirty="0">
                  <a:solidFill>
                    <a:srgbClr val="A2204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s-MX" sz="6000" b="1" dirty="0" smtClean="0">
                  <a:solidFill>
                    <a:srgbClr val="A2204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L</a:t>
              </a:r>
            </a:p>
          </p:txBody>
        </p:sp>
        <p:sp>
          <p:nvSpPr>
            <p:cNvPr id="8" name="CuadroTexto 7"/>
            <p:cNvSpPr txBox="1"/>
            <p:nvPr/>
          </p:nvSpPr>
          <p:spPr>
            <a:xfrm>
              <a:off x="2847974" y="2002734"/>
              <a:ext cx="3346706" cy="265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200" dirty="0">
                  <a:solidFill>
                    <a:srgbClr val="B38E5D"/>
                  </a:solidFill>
                </a:rPr>
                <a:t>Sistema de Gestión y Seguimiento Gubernamental</a:t>
              </a:r>
            </a:p>
          </p:txBody>
        </p:sp>
      </p:grp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50"/>
          <a:stretch/>
        </p:blipFill>
        <p:spPr>
          <a:xfrm>
            <a:off x="3090678" y="1860431"/>
            <a:ext cx="935425" cy="1444961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4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70"/>
          <a:stretch/>
        </p:blipFill>
        <p:spPr>
          <a:xfrm>
            <a:off x="0" y="2141176"/>
            <a:ext cx="3090678" cy="4668784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96" b="4600"/>
          <a:stretch/>
        </p:blipFill>
        <p:spPr>
          <a:xfrm>
            <a:off x="5228115" y="187672"/>
            <a:ext cx="4525485" cy="175645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580" y="2590708"/>
            <a:ext cx="1166465" cy="116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571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117" y="353057"/>
            <a:ext cx="1166465" cy="1166465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2450"/>
          <a:stretch/>
        </p:blipFill>
        <p:spPr>
          <a:xfrm>
            <a:off x="1839894" y="147134"/>
            <a:ext cx="1021751" cy="1578310"/>
          </a:xfrm>
          <a:prstGeom prst="rect">
            <a:avLst/>
          </a:prstGeom>
        </p:spPr>
      </p:pic>
      <p:grpSp>
        <p:nvGrpSpPr>
          <p:cNvPr id="15" name="Grupo 14"/>
          <p:cNvGrpSpPr/>
          <p:nvPr/>
        </p:nvGrpSpPr>
        <p:grpSpPr>
          <a:xfrm>
            <a:off x="5121547" y="538179"/>
            <a:ext cx="3713837" cy="1322003"/>
            <a:chOff x="4565287" y="2793699"/>
            <a:chExt cx="3713837" cy="1322003"/>
          </a:xfrm>
        </p:grpSpPr>
        <p:grpSp>
          <p:nvGrpSpPr>
            <p:cNvPr id="4" name="Grupo 3"/>
            <p:cNvGrpSpPr/>
            <p:nvPr/>
          </p:nvGrpSpPr>
          <p:grpSpPr>
            <a:xfrm>
              <a:off x="4565287" y="2793699"/>
              <a:ext cx="3713837" cy="1223601"/>
              <a:chOff x="4565287" y="2793699"/>
              <a:chExt cx="3713837" cy="1223601"/>
            </a:xfrm>
          </p:grpSpPr>
          <p:pic>
            <p:nvPicPr>
              <p:cNvPr id="3" name="Imagen 2"/>
              <p:cNvPicPr>
                <a:picLocks noChangeAspect="1"/>
              </p:cNvPicPr>
              <p:nvPr/>
            </p:nvPicPr>
            <p:blipFill rotWithShape="1">
              <a:blip r:embed="rId5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796" r="9202" b="38540"/>
              <a:stretch/>
            </p:blipFill>
            <p:spPr>
              <a:xfrm>
                <a:off x="5082540" y="2793699"/>
                <a:ext cx="2687577" cy="1021723"/>
              </a:xfrm>
              <a:prstGeom prst="rect">
                <a:avLst/>
              </a:prstGeom>
            </p:spPr>
          </p:pic>
          <p:sp>
            <p:nvSpPr>
              <p:cNvPr id="12" name="CuadroTexto 11"/>
              <p:cNvSpPr txBox="1"/>
              <p:nvPr/>
            </p:nvSpPr>
            <p:spPr>
              <a:xfrm>
                <a:off x="4565287" y="3155526"/>
                <a:ext cx="3713837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5000" b="1" dirty="0" smtClean="0">
                    <a:solidFill>
                      <a:srgbClr val="A2204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A I N A N I</a:t>
                </a:r>
              </a:p>
            </p:txBody>
          </p:sp>
        </p:grpSp>
        <p:sp>
          <p:nvSpPr>
            <p:cNvPr id="14" name="CuadroTexto 13"/>
            <p:cNvSpPr txBox="1"/>
            <p:nvPr/>
          </p:nvSpPr>
          <p:spPr>
            <a:xfrm>
              <a:off x="4697721" y="3823314"/>
              <a:ext cx="3427005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300" dirty="0">
                  <a:solidFill>
                    <a:srgbClr val="B38E5D"/>
                  </a:solidFill>
                </a:rPr>
                <a:t>Sistema de </a:t>
              </a:r>
              <a:r>
                <a:rPr lang="es-MX" sz="1300" dirty="0" smtClean="0">
                  <a:solidFill>
                    <a:srgbClr val="B38E5D"/>
                  </a:solidFill>
                </a:rPr>
                <a:t>Atención Ciudadana</a:t>
              </a:r>
              <a:endParaRPr lang="es-MX" sz="1300" dirty="0">
                <a:solidFill>
                  <a:srgbClr val="B38E5D"/>
                </a:solidFill>
              </a:endParaRPr>
            </a:p>
          </p:txBody>
        </p:sp>
      </p:grpSp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4" r="8413" b="22088"/>
          <a:stretch/>
        </p:blipFill>
        <p:spPr>
          <a:xfrm>
            <a:off x="281604" y="1882877"/>
            <a:ext cx="3116580" cy="997483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4" r="8337" b="17650"/>
          <a:stretch/>
        </p:blipFill>
        <p:spPr>
          <a:xfrm>
            <a:off x="8077200" y="1712652"/>
            <a:ext cx="4503420" cy="1630635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26" y="3243715"/>
            <a:ext cx="2024312" cy="299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25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117" y="353057"/>
            <a:ext cx="1166465" cy="1166465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2450"/>
          <a:stretch/>
        </p:blipFill>
        <p:spPr>
          <a:xfrm>
            <a:off x="1839894" y="147134"/>
            <a:ext cx="1021751" cy="157831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712" y="1836357"/>
            <a:ext cx="932769" cy="1444877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121" y="1854584"/>
            <a:ext cx="1112340" cy="16454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" b="1563"/>
          <a:stretch/>
        </p:blipFill>
        <p:spPr>
          <a:xfrm>
            <a:off x="221503" y="1894138"/>
            <a:ext cx="1205825" cy="1716349"/>
          </a:xfrm>
          <a:prstGeom prst="rect">
            <a:avLst/>
          </a:prstGeom>
        </p:spPr>
      </p:pic>
      <p:grpSp>
        <p:nvGrpSpPr>
          <p:cNvPr id="18" name="Grupo 17"/>
          <p:cNvGrpSpPr/>
          <p:nvPr/>
        </p:nvGrpSpPr>
        <p:grpSpPr>
          <a:xfrm>
            <a:off x="3679323" y="-71169"/>
            <a:ext cx="3713837" cy="3004104"/>
            <a:chOff x="1594122" y="2530442"/>
            <a:chExt cx="3713837" cy="3004104"/>
          </a:xfrm>
        </p:grpSpPr>
        <p:pic>
          <p:nvPicPr>
            <p:cNvPr id="19" name="Imagen 18"/>
            <p:cNvPicPr>
              <a:picLocks noChangeAspect="1"/>
            </p:cNvPicPr>
            <p:nvPr/>
          </p:nvPicPr>
          <p:blipFill>
            <a:blip r:embed="rId8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1865" y="2530442"/>
              <a:ext cx="1487361" cy="2200171"/>
            </a:xfrm>
            <a:prstGeom prst="rect">
              <a:avLst/>
            </a:prstGeom>
            <a:effectLst>
              <a:outerShdw blurRad="50800" dist="50800" dir="5400000" algn="ctr" rotWithShape="0">
                <a:srgbClr val="B38E5D"/>
              </a:outerShdw>
            </a:effectLst>
          </p:spPr>
        </p:pic>
        <p:sp>
          <p:nvSpPr>
            <p:cNvPr id="20" name="CuadroTexto 19"/>
            <p:cNvSpPr txBox="1"/>
            <p:nvPr/>
          </p:nvSpPr>
          <p:spPr>
            <a:xfrm>
              <a:off x="1594122" y="4531873"/>
              <a:ext cx="3713837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5000" b="1" dirty="0" smtClean="0">
                  <a:solidFill>
                    <a:srgbClr val="A2204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P A I N A N I</a:t>
              </a:r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691847" y="5242158"/>
              <a:ext cx="3509319" cy="292388"/>
            </a:xfrm>
            <a:prstGeom prst="rect">
              <a:avLst/>
            </a:prstGeom>
            <a:noFill/>
            <a:ln>
              <a:solidFill>
                <a:srgbClr val="BC955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300" dirty="0">
                  <a:solidFill>
                    <a:srgbClr val="B38E5D"/>
                  </a:solidFill>
                </a:rPr>
                <a:t>Sistema de </a:t>
              </a:r>
              <a:r>
                <a:rPr lang="es-MX" sz="1300" dirty="0" smtClean="0">
                  <a:solidFill>
                    <a:srgbClr val="B38E5D"/>
                  </a:solidFill>
                </a:rPr>
                <a:t>Atención Ciudadana</a:t>
              </a:r>
              <a:endParaRPr lang="es-MX" sz="1300" dirty="0">
                <a:solidFill>
                  <a:srgbClr val="B38E5D"/>
                </a:solidFill>
              </a:endParaRPr>
            </a:p>
          </p:txBody>
        </p:sp>
      </p:grpSp>
      <p:grpSp>
        <p:nvGrpSpPr>
          <p:cNvPr id="4" name="Grupo 3"/>
          <p:cNvGrpSpPr/>
          <p:nvPr/>
        </p:nvGrpSpPr>
        <p:grpSpPr>
          <a:xfrm>
            <a:off x="3892414" y="3095556"/>
            <a:ext cx="5571340" cy="1716349"/>
            <a:chOff x="3505236" y="3544583"/>
            <a:chExt cx="5571340" cy="1716349"/>
          </a:xfrm>
        </p:grpSpPr>
        <p:grpSp>
          <p:nvGrpSpPr>
            <p:cNvPr id="22" name="Grupo 21"/>
            <p:cNvGrpSpPr/>
            <p:nvPr/>
          </p:nvGrpSpPr>
          <p:grpSpPr>
            <a:xfrm>
              <a:off x="4655814" y="4006698"/>
              <a:ext cx="4420762" cy="1094748"/>
              <a:chOff x="5379437" y="3980003"/>
              <a:chExt cx="4420762" cy="1094748"/>
            </a:xfrm>
          </p:grpSpPr>
          <p:sp>
            <p:nvSpPr>
              <p:cNvPr id="12" name="CuadroTexto 11"/>
              <p:cNvSpPr txBox="1"/>
              <p:nvPr/>
            </p:nvSpPr>
            <p:spPr>
              <a:xfrm>
                <a:off x="5379437" y="3980003"/>
                <a:ext cx="4420762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6000" b="1" dirty="0" smtClean="0">
                    <a:solidFill>
                      <a:srgbClr val="A22044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A I N A N I</a:t>
                </a:r>
              </a:p>
            </p:txBody>
          </p:sp>
          <p:sp>
            <p:nvSpPr>
              <p:cNvPr id="14" name="CuadroTexto 13"/>
              <p:cNvSpPr txBox="1"/>
              <p:nvPr/>
            </p:nvSpPr>
            <p:spPr>
              <a:xfrm>
                <a:off x="5522884" y="4751586"/>
                <a:ext cx="3509319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500" dirty="0">
                    <a:solidFill>
                      <a:srgbClr val="B38E5D"/>
                    </a:solidFill>
                  </a:rPr>
                  <a:t>Sistema de </a:t>
                </a:r>
                <a:r>
                  <a:rPr lang="es-MX" sz="1500" dirty="0" smtClean="0">
                    <a:solidFill>
                      <a:srgbClr val="B38E5D"/>
                    </a:solidFill>
                  </a:rPr>
                  <a:t>Atención Ciudadana</a:t>
                </a:r>
                <a:endParaRPr lang="es-MX" sz="1500" dirty="0">
                  <a:solidFill>
                    <a:srgbClr val="B38E5D"/>
                  </a:solidFill>
                </a:endParaRPr>
              </a:p>
            </p:txBody>
          </p:sp>
        </p:grpSp>
        <p:pic>
          <p:nvPicPr>
            <p:cNvPr id="17" name="Imagen 16"/>
            <p:cNvPicPr>
              <a:picLocks noChangeAspect="1"/>
            </p:cNvPicPr>
            <p:nvPr/>
          </p:nvPicPr>
          <p:blipFill rotWithShape="1"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8" b="1563"/>
            <a:stretch/>
          </p:blipFill>
          <p:spPr>
            <a:xfrm>
              <a:off x="3505236" y="3544583"/>
              <a:ext cx="1205825" cy="1716349"/>
            </a:xfrm>
            <a:prstGeom prst="rect">
              <a:avLst/>
            </a:prstGeom>
          </p:spPr>
        </p:pic>
      </p:grp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8413" b="12463"/>
          <a:stretch/>
        </p:blipFill>
        <p:spPr>
          <a:xfrm>
            <a:off x="4002962" y="4811905"/>
            <a:ext cx="5460792" cy="170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058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3417568" y="390546"/>
            <a:ext cx="3196127" cy="136134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516" y="561462"/>
            <a:ext cx="812698" cy="81269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806" y="2790952"/>
            <a:ext cx="609524" cy="60952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953" y="744584"/>
            <a:ext cx="457200" cy="46672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" b="1563"/>
          <a:stretch/>
        </p:blipFill>
        <p:spPr>
          <a:xfrm>
            <a:off x="4741639" y="561461"/>
            <a:ext cx="667850" cy="950607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rgbClr val="8973E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" b="1563"/>
          <a:stretch/>
        </p:blipFill>
        <p:spPr>
          <a:xfrm>
            <a:off x="1628445" y="487790"/>
            <a:ext cx="1016677" cy="1166854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rgbClr val="8973E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" b="1563"/>
          <a:stretch/>
        </p:blipFill>
        <p:spPr>
          <a:xfrm>
            <a:off x="3871518" y="2512287"/>
            <a:ext cx="1016677" cy="116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16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/>
          <p:cNvSpPr/>
          <p:nvPr/>
        </p:nvSpPr>
        <p:spPr>
          <a:xfrm>
            <a:off x="1" y="3266937"/>
            <a:ext cx="9144000" cy="274930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5" name="Grupo 14"/>
          <p:cNvGrpSpPr/>
          <p:nvPr/>
        </p:nvGrpSpPr>
        <p:grpSpPr>
          <a:xfrm>
            <a:off x="469644" y="77358"/>
            <a:ext cx="9658806" cy="2646878"/>
            <a:chOff x="3505236" y="3522898"/>
            <a:chExt cx="5628482" cy="1912887"/>
          </a:xfrm>
        </p:grpSpPr>
        <p:sp>
          <p:nvSpPr>
            <p:cNvPr id="16" name="CuadroTexto 15"/>
            <p:cNvSpPr txBox="1"/>
            <p:nvPr/>
          </p:nvSpPr>
          <p:spPr>
            <a:xfrm>
              <a:off x="4629210" y="3522898"/>
              <a:ext cx="4504508" cy="1912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600" b="1" dirty="0" smtClean="0">
                  <a:solidFill>
                    <a:srgbClr val="282632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oper Black" panose="0208090404030B020404" pitchFamily="18" charset="0"/>
                  <a:cs typeface="Times New Roman" panose="02020603050405020304" pitchFamily="18" charset="0"/>
                </a:rPr>
                <a:t>P</a:t>
              </a:r>
              <a:r>
                <a:rPr lang="es-MX" sz="8800" b="1" dirty="0" smtClean="0">
                  <a:solidFill>
                    <a:srgbClr val="282632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oper Black" panose="0208090404030B020404" pitchFamily="18" charset="0"/>
                  <a:cs typeface="Times New Roman" panose="02020603050405020304" pitchFamily="18" charset="0"/>
                </a:rPr>
                <a:t>A </a:t>
              </a:r>
              <a:r>
                <a:rPr lang="es-MX" sz="8800" b="1" dirty="0" smtClean="0">
                  <a:solidFill>
                    <a:srgbClr val="282632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oper Black" panose="0208090404030B020404" pitchFamily="18" charset="0"/>
                  <a:cs typeface="Times New Roman" panose="02020603050405020304" pitchFamily="18" charset="0"/>
                </a:rPr>
                <a:t>I N A N I</a:t>
              </a:r>
              <a:endParaRPr lang="es-MX" sz="3600" b="1" dirty="0" smtClean="0">
                <a:solidFill>
                  <a:srgbClr val="28263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oper Black" panose="0208090404030B0204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Imagen 16"/>
            <p:cNvPicPr>
              <a:picLocks noChangeAspect="1"/>
            </p:cNvPicPr>
            <p:nvPr/>
          </p:nvPicPr>
          <p:blipFill rotWithShape="1">
            <a:blip r:embed="rId2">
              <a:duotone>
                <a:prstClr val="black"/>
                <a:srgbClr val="8973EA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8" b="1563"/>
            <a:stretch/>
          </p:blipFill>
          <p:spPr>
            <a:xfrm>
              <a:off x="3505236" y="3544583"/>
              <a:ext cx="1205825" cy="1716349"/>
            </a:xfrm>
            <a:prstGeom prst="rect">
              <a:avLst/>
            </a:prstGeom>
          </p:spPr>
        </p:pic>
      </p:grpSp>
      <p:grpSp>
        <p:nvGrpSpPr>
          <p:cNvPr id="19" name="Grupo 18"/>
          <p:cNvGrpSpPr/>
          <p:nvPr/>
        </p:nvGrpSpPr>
        <p:grpSpPr>
          <a:xfrm>
            <a:off x="382761" y="3314794"/>
            <a:ext cx="9658806" cy="2646878"/>
            <a:chOff x="3505236" y="3522898"/>
            <a:chExt cx="5628482" cy="1912887"/>
          </a:xfrm>
        </p:grpSpPr>
        <p:sp>
          <p:nvSpPr>
            <p:cNvPr id="20" name="CuadroTexto 19"/>
            <p:cNvSpPr txBox="1"/>
            <p:nvPr/>
          </p:nvSpPr>
          <p:spPr>
            <a:xfrm>
              <a:off x="4629210" y="3522898"/>
              <a:ext cx="4504508" cy="1912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600" b="1" dirty="0" smtClean="0">
                  <a:solidFill>
                    <a:schemeClr val="bg1">
                      <a:lumMod val="95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oper Black" panose="0208090404030B020404" pitchFamily="18" charset="0"/>
                  <a:cs typeface="Times New Roman" panose="02020603050405020304" pitchFamily="18" charset="0"/>
                </a:rPr>
                <a:t>P</a:t>
              </a:r>
              <a:r>
                <a:rPr lang="es-MX" sz="8800" b="1" dirty="0" smtClean="0">
                  <a:solidFill>
                    <a:schemeClr val="bg1">
                      <a:lumMod val="95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oper Black" panose="0208090404030B020404" pitchFamily="18" charset="0"/>
                  <a:cs typeface="Times New Roman" panose="02020603050405020304" pitchFamily="18" charset="0"/>
                </a:rPr>
                <a:t>A </a:t>
              </a:r>
              <a:r>
                <a:rPr lang="es-MX" sz="8800" b="1" dirty="0" smtClean="0">
                  <a:solidFill>
                    <a:schemeClr val="bg1">
                      <a:lumMod val="95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oper Black" panose="0208090404030B020404" pitchFamily="18" charset="0"/>
                  <a:cs typeface="Times New Roman" panose="02020603050405020304" pitchFamily="18" charset="0"/>
                </a:rPr>
                <a:t>I N A N I</a:t>
              </a:r>
              <a:endParaRPr lang="es-MX" sz="36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oper Black" panose="0208090404030B0204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1" name="Imagen 20"/>
            <p:cNvPicPr>
              <a:picLocks noChangeAspect="1"/>
            </p:cNvPicPr>
            <p:nvPr/>
          </p:nvPicPr>
          <p:blipFill rotWithShape="1">
            <a:blip r:embed="rId2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8" b="1563"/>
            <a:stretch/>
          </p:blipFill>
          <p:spPr>
            <a:xfrm>
              <a:off x="3505236" y="3544583"/>
              <a:ext cx="1205825" cy="17163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7809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3675"/>
            <a:ext cx="9144000" cy="241045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31" r="6168" b="32745"/>
          <a:stretch/>
        </p:blipFill>
        <p:spPr>
          <a:xfrm>
            <a:off x="0" y="3332860"/>
            <a:ext cx="8579978" cy="223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582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404096"/>
            <a:ext cx="9084179" cy="64539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44" y="404096"/>
            <a:ext cx="9144000" cy="241045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23" r="6729" b="33371"/>
          <a:stretch/>
        </p:blipFill>
        <p:spPr>
          <a:xfrm>
            <a:off x="277737" y="3367043"/>
            <a:ext cx="8528703" cy="221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525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928</TotalTime>
  <Words>56</Words>
  <Application>Microsoft Office PowerPoint</Application>
  <PresentationFormat>Carta (216 x 279 mm)</PresentationFormat>
  <Paragraphs>10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Cooper Black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Jesus Velazquez</cp:lastModifiedBy>
  <cp:revision>32</cp:revision>
  <dcterms:created xsi:type="dcterms:W3CDTF">2019-01-18T16:47:58Z</dcterms:created>
  <dcterms:modified xsi:type="dcterms:W3CDTF">2026-06-08T21:38:16Z</dcterms:modified>
</cp:coreProperties>
</file>